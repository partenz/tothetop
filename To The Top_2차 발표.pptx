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2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6B30-7A8F-47DF-8E37-89496CAF2DAA}" type="datetimeFigureOut">
              <a:rPr lang="ko-KP" smtClean="0"/>
              <a:t>2025. 11. 12.</a:t>
            </a:fld>
            <a:endParaRPr lang="ko-K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ko-K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B1807BA-4D4E-442B-8DE8-6F584FED4914}" type="slidenum">
              <a:rPr lang="ko-KP" smtClean="0"/>
              <a:t>‹#›</a:t>
            </a:fld>
            <a:endParaRPr lang="ko-KP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779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6B30-7A8F-47DF-8E37-89496CAF2DAA}" type="datetimeFigureOut">
              <a:rPr lang="ko-KP" smtClean="0"/>
              <a:t>2025. 11. 12.</a:t>
            </a:fld>
            <a:endParaRPr lang="ko-K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807BA-4D4E-442B-8DE8-6F584FED4914}" type="slidenum">
              <a:rPr lang="ko-KP" smtClean="0"/>
              <a:t>‹#›</a:t>
            </a:fld>
            <a:endParaRPr lang="ko-KP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75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6B30-7A8F-47DF-8E37-89496CAF2DAA}" type="datetimeFigureOut">
              <a:rPr lang="ko-KP" smtClean="0"/>
              <a:t>2025. 11. 12.</a:t>
            </a:fld>
            <a:endParaRPr lang="ko-K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807BA-4D4E-442B-8DE8-6F584FED4914}" type="slidenum">
              <a:rPr lang="ko-KP" smtClean="0"/>
              <a:t>‹#›</a:t>
            </a:fld>
            <a:endParaRPr lang="ko-KP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17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6B30-7A8F-47DF-8E37-89496CAF2DAA}" type="datetimeFigureOut">
              <a:rPr lang="ko-KP" smtClean="0"/>
              <a:t>2025. 11. 12.</a:t>
            </a:fld>
            <a:endParaRPr lang="ko-K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807BA-4D4E-442B-8DE8-6F584FED4914}" type="slidenum">
              <a:rPr lang="ko-KP" smtClean="0"/>
              <a:t>‹#›</a:t>
            </a:fld>
            <a:endParaRPr lang="ko-KP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347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6B30-7A8F-47DF-8E37-89496CAF2DAA}" type="datetimeFigureOut">
              <a:rPr lang="ko-KP" smtClean="0"/>
              <a:t>2025. 11. 12.</a:t>
            </a:fld>
            <a:endParaRPr lang="ko-K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807BA-4D4E-442B-8DE8-6F584FED4914}" type="slidenum">
              <a:rPr lang="ko-KP" smtClean="0"/>
              <a:t>‹#›</a:t>
            </a:fld>
            <a:endParaRPr lang="ko-KP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552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6B30-7A8F-47DF-8E37-89496CAF2DAA}" type="datetimeFigureOut">
              <a:rPr lang="ko-KP" smtClean="0"/>
              <a:t>2025. 11. 12.</a:t>
            </a:fld>
            <a:endParaRPr lang="ko-K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807BA-4D4E-442B-8DE8-6F584FED4914}" type="slidenum">
              <a:rPr lang="ko-KP" smtClean="0"/>
              <a:t>‹#›</a:t>
            </a:fld>
            <a:endParaRPr lang="ko-KP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509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6B30-7A8F-47DF-8E37-89496CAF2DAA}" type="datetimeFigureOut">
              <a:rPr lang="ko-KP" smtClean="0"/>
              <a:t>2025. 11. 12.</a:t>
            </a:fld>
            <a:endParaRPr lang="ko-K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807BA-4D4E-442B-8DE8-6F584FED4914}" type="slidenum">
              <a:rPr lang="ko-KP" smtClean="0"/>
              <a:t>‹#›</a:t>
            </a:fld>
            <a:endParaRPr lang="ko-KP"/>
          </a:p>
        </p:txBody>
      </p:sp>
    </p:spTree>
    <p:extLst>
      <p:ext uri="{BB962C8B-B14F-4D97-AF65-F5344CB8AC3E}">
        <p14:creationId xmlns:p14="http://schemas.microsoft.com/office/powerpoint/2010/main" val="123679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6B30-7A8F-47DF-8E37-89496CAF2DAA}" type="datetimeFigureOut">
              <a:rPr lang="ko-KP" smtClean="0"/>
              <a:t>2025. 11. 12.</a:t>
            </a:fld>
            <a:endParaRPr lang="ko-K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807BA-4D4E-442B-8DE8-6F584FED4914}" type="slidenum">
              <a:rPr lang="ko-KP" smtClean="0"/>
              <a:t>‹#›</a:t>
            </a:fld>
            <a:endParaRPr lang="ko-KP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121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4296B30-7A8F-47DF-8E37-89496CAF2DAA}" type="datetimeFigureOut">
              <a:rPr lang="ko-KP" smtClean="0"/>
              <a:t>2025. 11. 12.</a:t>
            </a:fld>
            <a:endParaRPr lang="ko-K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ko-K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807BA-4D4E-442B-8DE8-6F584FED4914}" type="slidenum">
              <a:rPr lang="ko-KP" smtClean="0"/>
              <a:t>‹#›</a:t>
            </a:fld>
            <a:endParaRPr lang="ko-KP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42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6B30-7A8F-47DF-8E37-89496CAF2DAA}" type="datetimeFigureOut">
              <a:rPr lang="ko-KP" smtClean="0"/>
              <a:t>2025. 11. 12.</a:t>
            </a:fld>
            <a:endParaRPr lang="ko-K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807BA-4D4E-442B-8DE8-6F584FED4914}" type="slidenum">
              <a:rPr lang="ko-KP" smtClean="0"/>
              <a:t>‹#›</a:t>
            </a:fld>
            <a:endParaRPr lang="ko-KP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436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6B30-7A8F-47DF-8E37-89496CAF2DAA}" type="datetimeFigureOut">
              <a:rPr lang="ko-KP" smtClean="0"/>
              <a:t>2025. 11. 12.</a:t>
            </a:fld>
            <a:endParaRPr lang="ko-K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807BA-4D4E-442B-8DE8-6F584FED4914}" type="slidenum">
              <a:rPr lang="ko-KP" smtClean="0"/>
              <a:t>‹#›</a:t>
            </a:fld>
            <a:endParaRPr lang="ko-KP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5820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P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96B30-7A8F-47DF-8E37-89496CAF2DAA}" type="datetimeFigureOut">
              <a:rPr lang="ko-KP" smtClean="0"/>
              <a:t>2025. 11. 12.</a:t>
            </a:fld>
            <a:endParaRPr lang="ko-K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B1807BA-4D4E-442B-8DE8-6F584FED4914}" type="slidenum">
              <a:rPr lang="ko-KP" smtClean="0"/>
              <a:t>‹#›</a:t>
            </a:fld>
            <a:endParaRPr lang="ko-KP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318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192C3B-14AF-684D-DA46-3B70B0EA2C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To The Top</a:t>
            </a:r>
            <a:endParaRPr lang="ko-KP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DF74BA-AB68-6E90-9A2C-1E6EF04E3B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2022180043 </a:t>
            </a:r>
            <a:r>
              <a:rPr lang="ko-KR" altLang="en-US" dirty="0"/>
              <a:t>황상준</a:t>
            </a:r>
          </a:p>
          <a:p>
            <a:endParaRPr lang="ko-KP" dirty="0"/>
          </a:p>
        </p:txBody>
      </p:sp>
    </p:spTree>
    <p:extLst>
      <p:ext uri="{BB962C8B-B14F-4D97-AF65-F5344CB8AC3E}">
        <p14:creationId xmlns:p14="http://schemas.microsoft.com/office/powerpoint/2010/main" val="2655962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4F9C3-6637-0303-6FDC-0FA660DA3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240"/>
            <a:ext cx="9603275" cy="1049235"/>
          </a:xfrm>
        </p:spPr>
        <p:txBody>
          <a:bodyPr/>
          <a:lstStyle/>
          <a:p>
            <a:r>
              <a:rPr lang="ko-KR" altLang="en-US" dirty="0"/>
              <a:t>프로젝트 개발 진행 상황</a:t>
            </a:r>
            <a:endParaRPr lang="ko-KP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F7DFA2E-041D-E8EC-5E56-6321724185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962591"/>
              </p:ext>
            </p:extLst>
          </p:nvPr>
        </p:nvGraphicFramePr>
        <p:xfrm>
          <a:off x="163265" y="608857"/>
          <a:ext cx="11883328" cy="549263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7578">
                  <a:extLst>
                    <a:ext uri="{9D8B030D-6E8A-4147-A177-3AD203B41FA5}">
                      <a16:colId xmlns:a16="http://schemas.microsoft.com/office/drawing/2014/main" val="2990234781"/>
                    </a:ext>
                  </a:extLst>
                </a:gridCol>
                <a:gridCol w="817858">
                  <a:extLst>
                    <a:ext uri="{9D8B030D-6E8A-4147-A177-3AD203B41FA5}">
                      <a16:colId xmlns:a16="http://schemas.microsoft.com/office/drawing/2014/main" val="1978306539"/>
                    </a:ext>
                  </a:extLst>
                </a:gridCol>
                <a:gridCol w="7942486">
                  <a:extLst>
                    <a:ext uri="{9D8B030D-6E8A-4147-A177-3AD203B41FA5}">
                      <a16:colId xmlns:a16="http://schemas.microsoft.com/office/drawing/2014/main" val="2931466676"/>
                    </a:ext>
                  </a:extLst>
                </a:gridCol>
                <a:gridCol w="1285406">
                  <a:extLst>
                    <a:ext uri="{9D8B030D-6E8A-4147-A177-3AD203B41FA5}">
                      <a16:colId xmlns:a16="http://schemas.microsoft.com/office/drawing/2014/main" val="2063026538"/>
                    </a:ext>
                  </a:extLst>
                </a:gridCol>
              </a:tblGrid>
              <a:tr h="281151">
                <a:tc>
                  <a:txBody>
                    <a:bodyPr/>
                    <a:lstStyle/>
                    <a:p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ko-KR" altLang="en-US" dirty="0"/>
                        <a:t>개발 일정</a:t>
                      </a:r>
                      <a:endParaRPr lang="ko-K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진행률</a:t>
                      </a:r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38413"/>
                  </a:ext>
                </a:extLst>
              </a:tr>
              <a:tr h="223499">
                <a:tc rowSpan="2"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계획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캐릭터 디자인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몬스터 디자인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레벨 디자인</a:t>
                      </a:r>
                      <a:endParaRPr lang="ko-KP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30%</a:t>
                      </a:r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274552"/>
                  </a:ext>
                </a:extLst>
              </a:tr>
              <a:tr h="223499">
                <a:tc v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결과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스프라이트</a:t>
                      </a:r>
                      <a:r>
                        <a:rPr lang="ko-KR" altLang="en-US" dirty="0"/>
                        <a:t> 시트 제작했으나 결과적으로 사용 안 함</a:t>
                      </a:r>
                      <a:endParaRPr lang="ko-KP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531441"/>
                  </a:ext>
                </a:extLst>
              </a:tr>
              <a:tr h="223499">
                <a:tc rowSpan="2"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계획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시작 스테이지 제작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캐릭터 객체 상호작용 구현</a:t>
                      </a:r>
                      <a:endParaRPr lang="en-US" altLang="ko-KR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0%</a:t>
                      </a:r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626443"/>
                  </a:ext>
                </a:extLst>
              </a:tr>
              <a:tr h="223499">
                <a:tc v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결과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구현 못 함</a:t>
                      </a:r>
                      <a:endParaRPr lang="ko-KP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4819"/>
                  </a:ext>
                </a:extLst>
              </a:tr>
              <a:tr h="223499">
                <a:tc rowSpan="2"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계획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몬스터 객체 상호작용 구현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전투 스테이지 제작</a:t>
                      </a:r>
                      <a:endParaRPr lang="en-US" altLang="ko-KR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0%</a:t>
                      </a:r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904994"/>
                  </a:ext>
                </a:extLst>
              </a:tr>
              <a:tr h="223499">
                <a:tc v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결과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구현 못 함</a:t>
                      </a:r>
                      <a:endParaRPr lang="ko-KP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672916"/>
                  </a:ext>
                </a:extLst>
              </a:tr>
              <a:tr h="371993">
                <a:tc rowSpan="2"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계획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전투 시스템 개발</a:t>
                      </a:r>
                      <a:endParaRPr lang="en-US" altLang="ko-KR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0%</a:t>
                      </a:r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361989"/>
                  </a:ext>
                </a:extLst>
              </a:tr>
              <a:tr h="223499">
                <a:tc v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결과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구현 못 함</a:t>
                      </a:r>
                      <a:endParaRPr lang="ko-KP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634622"/>
                  </a:ext>
                </a:extLst>
              </a:tr>
              <a:tr h="281151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ko-KR" altLang="en-US" dirty="0"/>
                        <a:t>여러 장비 아이템 디자인 및 추가</a:t>
                      </a:r>
                      <a:endParaRPr lang="ko-K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545027"/>
                  </a:ext>
                </a:extLst>
              </a:tr>
              <a:tr h="281151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ko-KR" altLang="en-US" dirty="0" err="1"/>
                        <a:t>스텟</a:t>
                      </a:r>
                      <a:r>
                        <a:rPr lang="ko-KR" altLang="en-US" dirty="0"/>
                        <a:t> 시스템 구현</a:t>
                      </a:r>
                      <a:endParaRPr lang="ko-K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304103"/>
                  </a:ext>
                </a:extLst>
              </a:tr>
              <a:tr h="28115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ko-KR" altLang="en-US" dirty="0"/>
                        <a:t>보스 스테이지 제작</a:t>
                      </a:r>
                      <a:endParaRPr lang="ko-K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245167"/>
                  </a:ext>
                </a:extLst>
              </a:tr>
              <a:tr h="281151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ko-KR" altLang="en-US" dirty="0"/>
                        <a:t>보스 스테이지 제작 마무리</a:t>
                      </a:r>
                      <a:endParaRPr lang="ko-K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021600"/>
                  </a:ext>
                </a:extLst>
              </a:tr>
              <a:tr h="281151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ko-KR" altLang="en-US" dirty="0"/>
                        <a:t>소원의 돌 스테이지 제작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 엔딩 화면 제작</a:t>
                      </a:r>
                      <a:endParaRPr lang="ko-K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885151"/>
                  </a:ext>
                </a:extLst>
              </a:tr>
              <a:tr h="281151">
                <a:tc>
                  <a:txBody>
                    <a:bodyPr/>
                    <a:lstStyle/>
                    <a:p>
                      <a:endParaRPr lang="ko-KP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ko-KR" altLang="en-US" dirty="0"/>
                        <a:t>평균 진행률</a:t>
                      </a:r>
                      <a:endParaRPr lang="ko-K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7.5%</a:t>
                      </a:r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605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381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E46E7-A9FC-5FC2-D372-BE4068A44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F16AD-CBF0-C0D3-AD83-81D3114E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240"/>
            <a:ext cx="9603275" cy="1049235"/>
          </a:xfrm>
        </p:spPr>
        <p:txBody>
          <a:bodyPr/>
          <a:lstStyle/>
          <a:p>
            <a:r>
              <a:rPr lang="ko-KR" altLang="en-US" dirty="0"/>
              <a:t>프로젝트 계획 변경 사항</a:t>
            </a:r>
            <a:endParaRPr lang="ko-KP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B2C14D4-6725-4666-63A8-0BECA93BFA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9171832"/>
              </p:ext>
            </p:extLst>
          </p:nvPr>
        </p:nvGraphicFramePr>
        <p:xfrm>
          <a:off x="163265" y="608857"/>
          <a:ext cx="11883328" cy="512687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7578">
                  <a:extLst>
                    <a:ext uri="{9D8B030D-6E8A-4147-A177-3AD203B41FA5}">
                      <a16:colId xmlns:a16="http://schemas.microsoft.com/office/drawing/2014/main" val="2990234781"/>
                    </a:ext>
                  </a:extLst>
                </a:gridCol>
                <a:gridCol w="817858">
                  <a:extLst>
                    <a:ext uri="{9D8B030D-6E8A-4147-A177-3AD203B41FA5}">
                      <a16:colId xmlns:a16="http://schemas.microsoft.com/office/drawing/2014/main" val="1978306539"/>
                    </a:ext>
                  </a:extLst>
                </a:gridCol>
                <a:gridCol w="7942486">
                  <a:extLst>
                    <a:ext uri="{9D8B030D-6E8A-4147-A177-3AD203B41FA5}">
                      <a16:colId xmlns:a16="http://schemas.microsoft.com/office/drawing/2014/main" val="2931466676"/>
                    </a:ext>
                  </a:extLst>
                </a:gridCol>
                <a:gridCol w="1285406">
                  <a:extLst>
                    <a:ext uri="{9D8B030D-6E8A-4147-A177-3AD203B41FA5}">
                      <a16:colId xmlns:a16="http://schemas.microsoft.com/office/drawing/2014/main" val="2063026538"/>
                    </a:ext>
                  </a:extLst>
                </a:gridCol>
              </a:tblGrid>
              <a:tr h="281151">
                <a:tc>
                  <a:txBody>
                    <a:bodyPr/>
                    <a:lstStyle/>
                    <a:p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ko-KR" altLang="en-US" dirty="0"/>
                        <a:t>개발 일정</a:t>
                      </a:r>
                      <a:endParaRPr lang="ko-K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진행률</a:t>
                      </a:r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38413"/>
                  </a:ext>
                </a:extLst>
              </a:tr>
              <a:tr h="223499">
                <a:tc rowSpan="2"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계획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캐릭터 디자인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몬스터 디자인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레벨 디자인</a:t>
                      </a:r>
                      <a:endParaRPr lang="ko-KP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30%</a:t>
                      </a:r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274552"/>
                  </a:ext>
                </a:extLst>
              </a:tr>
              <a:tr h="223499">
                <a:tc v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결과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스프라이트</a:t>
                      </a:r>
                      <a:r>
                        <a:rPr lang="ko-KR" altLang="en-US" dirty="0"/>
                        <a:t> 시트 제작했으나 결과적으로 사용 안 함</a:t>
                      </a:r>
                      <a:endParaRPr lang="ko-KP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531441"/>
                  </a:ext>
                </a:extLst>
              </a:tr>
              <a:tr h="223499">
                <a:tc rowSpan="2"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계획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시작 스테이지 제작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캐릭터 객체 상호작용 구현</a:t>
                      </a:r>
                      <a:endParaRPr lang="en-US" altLang="ko-KR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0%</a:t>
                      </a:r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626443"/>
                  </a:ext>
                </a:extLst>
              </a:tr>
              <a:tr h="223499">
                <a:tc v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결과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스프라이트</a:t>
                      </a:r>
                      <a:r>
                        <a:rPr lang="ko-KR" altLang="en-US" dirty="0"/>
                        <a:t> 다시 제작 시도했으나 실패</a:t>
                      </a:r>
                      <a:endParaRPr lang="ko-KP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14819"/>
                  </a:ext>
                </a:extLst>
              </a:tr>
              <a:tr h="223499">
                <a:tc rowSpan="2"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계획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몬스터 객체 상호작용 구현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전투 스테이지 제작</a:t>
                      </a:r>
                      <a:endParaRPr lang="en-US" altLang="ko-KR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0%</a:t>
                      </a:r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904994"/>
                  </a:ext>
                </a:extLst>
              </a:tr>
              <a:tr h="223499">
                <a:tc v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결과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스프라이트</a:t>
                      </a:r>
                      <a:r>
                        <a:rPr lang="ko-KR" altLang="en-US" dirty="0"/>
                        <a:t> 시트 </a:t>
                      </a:r>
                      <a:r>
                        <a:rPr lang="ko-KR" altLang="en-US" dirty="0" err="1"/>
                        <a:t>재탐색</a:t>
                      </a:r>
                      <a:r>
                        <a:rPr lang="ko-KR" altLang="en-US" dirty="0"/>
                        <a:t> 했으나 실패</a:t>
                      </a:r>
                      <a:endParaRPr lang="ko-KP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672916"/>
                  </a:ext>
                </a:extLst>
              </a:tr>
              <a:tr h="371993">
                <a:tc rowSpan="2"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계획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전투 시스템 개발</a:t>
                      </a:r>
                      <a:endParaRPr lang="en-US" altLang="ko-KR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0%</a:t>
                      </a:r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361989"/>
                  </a:ext>
                </a:extLst>
              </a:tr>
              <a:tr h="223499">
                <a:tc v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결과</a:t>
                      </a:r>
                      <a:endParaRPr lang="ko-K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캐릭터 이미지 구해서 필요 프레임 추가 제작</a:t>
                      </a:r>
                      <a:endParaRPr lang="ko-KP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634622"/>
                  </a:ext>
                </a:extLst>
              </a:tr>
              <a:tr h="281151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ko-KR" altLang="en-US" dirty="0"/>
                        <a:t>여러 장비 아이템 디자인 및 추가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</a:rPr>
                        <a:t>-&gt; </a:t>
                      </a:r>
                      <a:r>
                        <a:rPr lang="ko-KR" altLang="en-US" dirty="0">
                          <a:solidFill>
                            <a:srgbClr val="0070C0"/>
                          </a:solidFill>
                        </a:rPr>
                        <a:t>캐릭터 상호 작용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rgbClr val="0070C0"/>
                          </a:solidFill>
                        </a:rPr>
                        <a:t>시작 스테이지 제작</a:t>
                      </a:r>
                      <a:endParaRPr lang="ko-KP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545027"/>
                  </a:ext>
                </a:extLst>
              </a:tr>
              <a:tr h="281151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ko-KR" altLang="en-US" dirty="0" err="1"/>
                        <a:t>스텟</a:t>
                      </a:r>
                      <a:r>
                        <a:rPr lang="ko-KR" altLang="en-US" dirty="0"/>
                        <a:t> 시스템 구현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</a:rPr>
                        <a:t>-&gt; </a:t>
                      </a:r>
                      <a:r>
                        <a:rPr lang="ko-KR" altLang="en-US" dirty="0">
                          <a:solidFill>
                            <a:srgbClr val="0070C0"/>
                          </a:solidFill>
                        </a:rPr>
                        <a:t>몬스터 상호작용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rgbClr val="0070C0"/>
                          </a:solidFill>
                        </a:rPr>
                        <a:t>전투 스테이지 제작</a:t>
                      </a:r>
                      <a:endParaRPr lang="ko-KP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304103"/>
                  </a:ext>
                </a:extLst>
              </a:tr>
              <a:tr h="281151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ko-KR" altLang="en-US" dirty="0"/>
                        <a:t>보스 스테이지 제작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</a:rPr>
                        <a:t>-&gt; </a:t>
                      </a:r>
                      <a:r>
                        <a:rPr lang="ko-KR" altLang="en-US" dirty="0">
                          <a:solidFill>
                            <a:srgbClr val="0070C0"/>
                          </a:solidFill>
                        </a:rPr>
                        <a:t>전투 시스템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</a:rPr>
                        <a:t>, </a:t>
                      </a:r>
                      <a:r>
                        <a:rPr lang="ko-KR" altLang="en-US" dirty="0" err="1">
                          <a:solidFill>
                            <a:srgbClr val="0070C0"/>
                          </a:solidFill>
                        </a:rPr>
                        <a:t>스텟</a:t>
                      </a:r>
                      <a:r>
                        <a:rPr lang="ko-KR" altLang="en-US" dirty="0">
                          <a:solidFill>
                            <a:srgbClr val="0070C0"/>
                          </a:solidFill>
                        </a:rPr>
                        <a:t> 시스템 구현</a:t>
                      </a:r>
                      <a:endParaRPr lang="ko-KP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245167"/>
                  </a:ext>
                </a:extLst>
              </a:tr>
              <a:tr h="281151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ko-KR" altLang="en-US" dirty="0"/>
                        <a:t>보스 스테이지 제작 마무리 </a:t>
                      </a:r>
                      <a:r>
                        <a:rPr lang="en-US" altLang="ko-KR" dirty="0">
                          <a:solidFill>
                            <a:srgbClr val="0070C0"/>
                          </a:solidFill>
                        </a:rPr>
                        <a:t>-&gt; </a:t>
                      </a:r>
                      <a:r>
                        <a:rPr lang="ko-KR" altLang="en-US" dirty="0">
                          <a:solidFill>
                            <a:srgbClr val="0070C0"/>
                          </a:solidFill>
                        </a:rPr>
                        <a:t>보스 스테이지 제작</a:t>
                      </a:r>
                      <a:endParaRPr lang="ko-KP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021600"/>
                  </a:ext>
                </a:extLst>
              </a:tr>
              <a:tr h="281151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r>
                        <a:rPr lang="ko-KR" altLang="en-US" dirty="0"/>
                        <a:t>주차</a:t>
                      </a:r>
                      <a:endParaRPr lang="ko-KP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ko-KR" altLang="en-US" dirty="0"/>
                        <a:t>소원의 돌 스테이지 제작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 엔딩 화면 제작</a:t>
                      </a:r>
                      <a:endParaRPr lang="ko-K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885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1843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3BF94-F601-44A7-E7E5-3547344CA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ko-KR" altLang="en-US" dirty="0" err="1"/>
              <a:t>커밋</a:t>
            </a:r>
            <a:r>
              <a:rPr lang="ko-KR" altLang="en-US" dirty="0"/>
              <a:t> 통계</a:t>
            </a:r>
            <a:endParaRPr lang="ko-KP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D92BBB-B68A-6B80-D65A-C6C9B8584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P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58D722-81CB-E722-B7C1-50AF7721C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6561"/>
            <a:ext cx="12192000" cy="382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23177"/>
      </p:ext>
    </p:extLst>
  </p:cSld>
  <p:clrMapOvr>
    <a:masterClrMapping/>
  </p:clrMapOvr>
</p:sld>
</file>

<file path=ppt/theme/theme1.xml><?xml version="1.0" encoding="utf-8"?>
<a:theme xmlns:a="http://schemas.openxmlformats.org/drawingml/2006/main" name="갤러리">
  <a:themeElements>
    <a:clrScheme name="갤러리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갤러리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갤러리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118</TotalTime>
  <Words>264</Words>
  <Application>Microsoft Office PowerPoint</Application>
  <PresentationFormat>와이드스크린</PresentationFormat>
  <Paragraphs>89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Arial</vt:lpstr>
      <vt:lpstr>Gill Sans MT</vt:lpstr>
      <vt:lpstr>갤러리</vt:lpstr>
      <vt:lpstr>To The Top</vt:lpstr>
      <vt:lpstr>프로젝트 개발 진행 상황</vt:lpstr>
      <vt:lpstr>프로젝트 계획 변경 사항</vt:lpstr>
      <vt:lpstr>Github 커밋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황상준(2022180043)</dc:creator>
  <cp:lastModifiedBy>황상준(2022180043)</cp:lastModifiedBy>
  <cp:revision>8</cp:revision>
  <dcterms:created xsi:type="dcterms:W3CDTF">2025-10-01T11:26:18Z</dcterms:created>
  <dcterms:modified xsi:type="dcterms:W3CDTF">2025-11-12T10:50:05Z</dcterms:modified>
</cp:coreProperties>
</file>