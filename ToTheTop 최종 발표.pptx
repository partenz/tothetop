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>
  <p:sldMasterIdLst>
    <p:sldMasterId id="2147483737" r:id="rId1"/>
  </p:sldMasterIdLst>
  <p:sldIdLst>
    <p:sldId id="275" r:id="rId2"/>
    <p:sldId id="276" r:id="rId3"/>
    <p:sldId id="27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8739C0C-AB16-40ED-8C5A-176A687DF9E4}" styleName="Normal Style 1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2571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672" y="176"/>
      </p:cViewPr>
      <p:guideLst>
        <p:guide orient="horz" pos="2154"/>
        <p:guide pos="3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/>
          <p:cNvSpPr/>
          <p:nvPr userDrawn="1"/>
        </p:nvSpPr>
        <p:spPr>
          <a:xfrm>
            <a:off x="0" y="6698824"/>
            <a:ext cx="12192000" cy="159176"/>
          </a:xfrm>
          <a:prstGeom prst="rect">
            <a:avLst/>
          </a:prstGeom>
          <a:solidFill>
            <a:srgbClr val="4CE1A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algn="ctr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586873" y="2819152"/>
            <a:ext cx="7563825" cy="904073"/>
          </a:xfrm>
        </p:spPr>
        <p:txBody>
          <a:bodyPr anchor="t" anchorCtr="0"/>
          <a:lstStyle>
            <a:lvl1pPr algn="l">
              <a:defRPr sz="48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86873" y="2426703"/>
            <a:ext cx="5125240" cy="393889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부제목을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86873" y="5991149"/>
            <a:ext cx="5125240" cy="30099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설명글을 입력해주세요</a:t>
            </a:r>
            <a:r>
              <a:rPr lang="en-US" altLang="ko-KR"/>
              <a:t>.</a:t>
            </a:r>
          </a:p>
        </p:txBody>
      </p:sp>
      <p:sp>
        <p:nvSpPr>
          <p:cNvPr id="33" name="가로 글상자 32"/>
          <p:cNvSpPr txBox="1"/>
          <p:nvPr userDrawn="1"/>
        </p:nvSpPr>
        <p:spPr>
          <a:xfrm>
            <a:off x="585898" y="319661"/>
            <a:ext cx="2559889" cy="26898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SIMPLE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CIRCLE TEMPLATES</a:t>
            </a:r>
          </a:p>
        </p:txBody>
      </p:sp>
      <p:sp>
        <p:nvSpPr>
          <p:cNvPr id="37" name="Freeform: Shape 16"/>
          <p:cNvSpPr/>
          <p:nvPr userDrawn="1"/>
        </p:nvSpPr>
        <p:spPr>
          <a:xfrm>
            <a:off x="11572875" y="3650148"/>
            <a:ext cx="619125" cy="2281237"/>
          </a:xfrm>
          <a:custGeom>
            <a:avLst/>
            <a:gdLst>
              <a:gd name="connsiteX0" fmla="*/ 619125 w 619125"/>
              <a:gd name="connsiteY0" fmla="*/ 0 h 2281237"/>
              <a:gd name="connsiteX1" fmla="*/ 0 w 619125"/>
              <a:gd name="connsiteY1" fmla="*/ 1140619 h 2281237"/>
              <a:gd name="connsiteX2" fmla="*/ 619125 w 619125"/>
              <a:gd name="connsiteY2" fmla="*/ 2281238 h 2281237"/>
              <a:gd name="connsiteX3" fmla="*/ 619125 w 619125"/>
              <a:gd name="connsiteY3" fmla="*/ 0 h 2281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125" h="2281237">
                <a:moveTo>
                  <a:pt x="619125" y="0"/>
                </a:moveTo>
                <a:cubicBezTo>
                  <a:pt x="246583" y="241745"/>
                  <a:pt x="0" y="662283"/>
                  <a:pt x="0" y="1140619"/>
                </a:cubicBezTo>
                <a:cubicBezTo>
                  <a:pt x="0" y="1618955"/>
                  <a:pt x="246583" y="2039493"/>
                  <a:pt x="619125" y="2281238"/>
                </a:cubicBezTo>
                <a:lnTo>
                  <a:pt x="619125" y="0"/>
                </a:lnTo>
                <a:close/>
              </a:path>
            </a:pathLst>
          </a:custGeom>
          <a:solidFill>
            <a:srgbClr val="4CE1AB">
              <a:alpha val="25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8" name="Freeform: Shape 18"/>
          <p:cNvSpPr/>
          <p:nvPr userDrawn="1"/>
        </p:nvSpPr>
        <p:spPr>
          <a:xfrm>
            <a:off x="7915275" y="4455"/>
            <a:ext cx="3238500" cy="2343150"/>
          </a:xfrm>
          <a:custGeom>
            <a:avLst/>
            <a:gdLst>
              <a:gd name="connsiteX0" fmla="*/ 170428 w 3238500"/>
              <a:gd name="connsiteY0" fmla="*/ 0 h 2343150"/>
              <a:gd name="connsiteX1" fmla="*/ 0 w 3238500"/>
              <a:gd name="connsiteY1" fmla="*/ 723900 h 2343150"/>
              <a:gd name="connsiteX2" fmla="*/ 1619250 w 3238500"/>
              <a:gd name="connsiteY2" fmla="*/ 2343150 h 2343150"/>
              <a:gd name="connsiteX3" fmla="*/ 3238500 w 3238500"/>
              <a:gd name="connsiteY3" fmla="*/ 723900 h 2343150"/>
              <a:gd name="connsiteX4" fmla="*/ 3068079 w 3238500"/>
              <a:gd name="connsiteY4" fmla="*/ 0 h 2343150"/>
              <a:gd name="connsiteX5" fmla="*/ 2192722 w 3238500"/>
              <a:gd name="connsiteY5" fmla="*/ 0 h 2343150"/>
              <a:gd name="connsiteX6" fmla="*/ 2542699 w 3238500"/>
              <a:gd name="connsiteY6" fmla="*/ 723900 h 2343150"/>
              <a:gd name="connsiteX7" fmla="*/ 1619250 w 3238500"/>
              <a:gd name="connsiteY7" fmla="*/ 1647387 h 2343150"/>
              <a:gd name="connsiteX8" fmla="*/ 695763 w 3238500"/>
              <a:gd name="connsiteY8" fmla="*/ 723900 h 2343150"/>
              <a:gd name="connsiteX9" fmla="*/ 1045778 w 3238500"/>
              <a:gd name="connsiteY9" fmla="*/ 0 h 2343150"/>
              <a:gd name="connsiteX10" fmla="*/ 170428 w 3238500"/>
              <a:gd name="connsiteY10" fmla="*/ 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38500" h="2343150">
                <a:moveTo>
                  <a:pt x="170428" y="0"/>
                </a:moveTo>
                <a:cubicBezTo>
                  <a:pt x="61371" y="217842"/>
                  <a:pt x="0" y="463705"/>
                  <a:pt x="0" y="723900"/>
                </a:cubicBezTo>
                <a:cubicBezTo>
                  <a:pt x="0" y="1618183"/>
                  <a:pt x="724967" y="2343150"/>
                  <a:pt x="1619250" y="2343150"/>
                </a:cubicBezTo>
                <a:cubicBezTo>
                  <a:pt x="2513553" y="2343150"/>
                  <a:pt x="3238500" y="1618183"/>
                  <a:pt x="3238500" y="723900"/>
                </a:cubicBezTo>
                <a:cubicBezTo>
                  <a:pt x="3238500" y="463705"/>
                  <a:pt x="3177131" y="217842"/>
                  <a:pt x="3068079" y="0"/>
                </a:cubicBezTo>
                <a:lnTo>
                  <a:pt x="2192722" y="0"/>
                </a:lnTo>
                <a:cubicBezTo>
                  <a:pt x="2405958" y="169163"/>
                  <a:pt x="2542699" y="430560"/>
                  <a:pt x="2542699" y="723900"/>
                </a:cubicBezTo>
                <a:cubicBezTo>
                  <a:pt x="2542699" y="1233926"/>
                  <a:pt x="2129314" y="1647387"/>
                  <a:pt x="1619250" y="1647387"/>
                </a:cubicBezTo>
                <a:cubicBezTo>
                  <a:pt x="1109224" y="1647387"/>
                  <a:pt x="695763" y="1233926"/>
                  <a:pt x="695763" y="723900"/>
                </a:cubicBezTo>
                <a:cubicBezTo>
                  <a:pt x="695763" y="430560"/>
                  <a:pt x="832533" y="169163"/>
                  <a:pt x="1045778" y="0"/>
                </a:cubicBezTo>
                <a:lnTo>
                  <a:pt x="170428" y="0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9" name="Freeform: Shape 19"/>
          <p:cNvSpPr/>
          <p:nvPr userDrawn="1"/>
        </p:nvSpPr>
        <p:spPr>
          <a:xfrm>
            <a:off x="10325100" y="1566555"/>
            <a:ext cx="781050" cy="781050"/>
          </a:xfrm>
          <a:custGeom>
            <a:avLst/>
            <a:gdLst>
              <a:gd name="connsiteX0" fmla="*/ 0 w 781050"/>
              <a:gd name="connsiteY0" fmla="*/ 390525 h 781050"/>
              <a:gd name="connsiteX1" fmla="*/ 390525 w 781050"/>
              <a:gd name="connsiteY1" fmla="*/ 0 h 781050"/>
              <a:gd name="connsiteX2" fmla="*/ 781050 w 781050"/>
              <a:gd name="connsiteY2" fmla="*/ 390525 h 781050"/>
              <a:gd name="connsiteX3" fmla="*/ 390525 w 781050"/>
              <a:gd name="connsiteY3" fmla="*/ 781050 h 781050"/>
              <a:gd name="connsiteX4" fmla="*/ 0 w 781050"/>
              <a:gd name="connsiteY4" fmla="*/ 390525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781050">
                <a:moveTo>
                  <a:pt x="0" y="390525"/>
                </a:moveTo>
                <a:cubicBezTo>
                  <a:pt x="0" y="174841"/>
                  <a:pt x="174879" y="0"/>
                  <a:pt x="390525" y="0"/>
                </a:cubicBezTo>
                <a:cubicBezTo>
                  <a:pt x="606171" y="0"/>
                  <a:pt x="781050" y="174841"/>
                  <a:pt x="781050" y="390525"/>
                </a:cubicBezTo>
                <a:cubicBezTo>
                  <a:pt x="781050" y="606209"/>
                  <a:pt x="606171" y="781050"/>
                  <a:pt x="390525" y="781050"/>
                </a:cubicBezTo>
                <a:cubicBezTo>
                  <a:pt x="174879" y="781050"/>
                  <a:pt x="0" y="606209"/>
                  <a:pt x="0" y="390525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1" name="직사각형 40"/>
          <p:cNvSpPr/>
          <p:nvPr userDrawn="1"/>
        </p:nvSpPr>
        <p:spPr>
          <a:xfrm>
            <a:off x="7405687" y="6698824"/>
            <a:ext cx="4786312" cy="159176"/>
          </a:xfrm>
          <a:prstGeom prst="rect">
            <a:avLst/>
          </a:prstGeom>
          <a:solidFill>
            <a:srgbClr val="5C6989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9490815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2">
    <p:bg>
      <p:bgPr>
        <a:solidFill>
          <a:srgbClr val="5C69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직선 연결선[R] 41"/>
          <p:cNvCxnSpPr/>
          <p:nvPr/>
        </p:nvCxnSpPr>
        <p:spPr>
          <a:xfrm>
            <a:off x="0" y="3610427"/>
            <a:ext cx="11531506" cy="1"/>
          </a:xfrm>
          <a:prstGeom prst="line">
            <a:avLst/>
          </a:prstGeom>
          <a:ln w="6350">
            <a:solidFill>
              <a:schemeClr val="lt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24" name="직사각형 2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16489" y="2790348"/>
            <a:ext cx="1130541" cy="640520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목차</a:t>
            </a:r>
          </a:p>
        </p:txBody>
      </p:sp>
      <p:sp>
        <p:nvSpPr>
          <p:cNvPr id="25" name="직사각형 24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847030" y="2981172"/>
            <a:ext cx="1553954" cy="447896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Contents</a:t>
            </a:r>
          </a:p>
        </p:txBody>
      </p:sp>
      <p:sp>
        <p:nvSpPr>
          <p:cNvPr id="26" name="직사각형 25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01275" y="4284535"/>
            <a:ext cx="2473509" cy="39033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1. </a:t>
            </a:r>
            <a:r>
              <a:rPr lang="ko-KR" altLang="en-US"/>
              <a:t>제목 입력</a:t>
            </a:r>
          </a:p>
        </p:txBody>
      </p:sp>
      <p:sp>
        <p:nvSpPr>
          <p:cNvPr id="27" name="직사각형 26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402424" y="4284535"/>
            <a:ext cx="2473510" cy="39033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제목 입력</a:t>
            </a:r>
          </a:p>
        </p:txBody>
      </p:sp>
      <p:sp>
        <p:nvSpPr>
          <p:cNvPr id="28" name="직사각형 27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214377" y="4284535"/>
            <a:ext cx="2473509" cy="39033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제목 입력</a:t>
            </a:r>
          </a:p>
        </p:txBody>
      </p:sp>
      <p:sp>
        <p:nvSpPr>
          <p:cNvPr id="29" name="직사각형 28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9058732" y="4284535"/>
            <a:ext cx="2473509" cy="39033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제목 입력</a:t>
            </a:r>
          </a:p>
        </p:txBody>
      </p:sp>
      <p:sp>
        <p:nvSpPr>
          <p:cNvPr id="43" name="Freeform: Shape 3"/>
          <p:cNvSpPr/>
          <p:nvPr userDrawn="1"/>
        </p:nvSpPr>
        <p:spPr>
          <a:xfrm>
            <a:off x="0" y="0"/>
            <a:ext cx="2228850" cy="2162175"/>
          </a:xfrm>
          <a:custGeom>
            <a:avLst/>
            <a:gdLst>
              <a:gd name="connsiteX0" fmla="*/ 0 w 2228850"/>
              <a:gd name="connsiteY0" fmla="*/ 2045808 h 2162175"/>
              <a:gd name="connsiteX1" fmla="*/ 604838 w 2228850"/>
              <a:gd name="connsiteY1" fmla="*/ 2162175 h 2162175"/>
              <a:gd name="connsiteX2" fmla="*/ 2228850 w 2228850"/>
              <a:gd name="connsiteY2" fmla="*/ 538163 h 2162175"/>
              <a:gd name="connsiteX3" fmla="*/ 2137563 w 2228850"/>
              <a:gd name="connsiteY3" fmla="*/ 0 h 2162175"/>
              <a:gd name="connsiteX4" fmla="*/ 1358741 w 2228850"/>
              <a:gd name="connsiteY4" fmla="*/ 0 h 2162175"/>
              <a:gd name="connsiteX5" fmla="*/ 1531039 w 2228850"/>
              <a:gd name="connsiteY5" fmla="*/ 538163 h 2162175"/>
              <a:gd name="connsiteX6" fmla="*/ 604838 w 2228850"/>
              <a:gd name="connsiteY6" fmla="*/ 1464364 h 2162175"/>
              <a:gd name="connsiteX7" fmla="*/ 0 w 2228850"/>
              <a:gd name="connsiteY7" fmla="*/ 1239631 h 2162175"/>
              <a:gd name="connsiteX8" fmla="*/ 0 w 2228850"/>
              <a:gd name="connsiteY8" fmla="*/ 2045808 h 216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8850" h="2162175">
                <a:moveTo>
                  <a:pt x="0" y="2045808"/>
                </a:moveTo>
                <a:cubicBezTo>
                  <a:pt x="186935" y="2120875"/>
                  <a:pt x="391062" y="2162175"/>
                  <a:pt x="604838" y="2162175"/>
                </a:cubicBezTo>
                <a:cubicBezTo>
                  <a:pt x="1501759" y="2162175"/>
                  <a:pt x="2228850" y="1435084"/>
                  <a:pt x="2228850" y="538163"/>
                </a:cubicBezTo>
                <a:cubicBezTo>
                  <a:pt x="2228850" y="349536"/>
                  <a:pt x="2196694" y="168421"/>
                  <a:pt x="2137563" y="0"/>
                </a:cubicBezTo>
                <a:lnTo>
                  <a:pt x="1358741" y="0"/>
                </a:lnTo>
                <a:cubicBezTo>
                  <a:pt x="1467212" y="151682"/>
                  <a:pt x="1531039" y="337468"/>
                  <a:pt x="1531039" y="538163"/>
                </a:cubicBezTo>
                <a:cubicBezTo>
                  <a:pt x="1531039" y="1049693"/>
                  <a:pt x="1116368" y="1464364"/>
                  <a:pt x="604838" y="1464364"/>
                </a:cubicBezTo>
                <a:cubicBezTo>
                  <a:pt x="373666" y="1464364"/>
                  <a:pt x="162276" y="1379677"/>
                  <a:pt x="0" y="1239631"/>
                </a:cubicBezTo>
                <a:lnTo>
                  <a:pt x="0" y="204580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4" name="Freeform: Shape 4"/>
          <p:cNvSpPr/>
          <p:nvPr userDrawn="1"/>
        </p:nvSpPr>
        <p:spPr>
          <a:xfrm>
            <a:off x="1390650" y="1381125"/>
            <a:ext cx="781050" cy="781050"/>
          </a:xfrm>
          <a:custGeom>
            <a:avLst/>
            <a:gdLst>
              <a:gd name="connsiteX0" fmla="*/ 0 w 781050"/>
              <a:gd name="connsiteY0" fmla="*/ 390525 h 781050"/>
              <a:gd name="connsiteX1" fmla="*/ 390525 w 781050"/>
              <a:gd name="connsiteY1" fmla="*/ 0 h 781050"/>
              <a:gd name="connsiteX2" fmla="*/ 781050 w 781050"/>
              <a:gd name="connsiteY2" fmla="*/ 390525 h 781050"/>
              <a:gd name="connsiteX3" fmla="*/ 390525 w 781050"/>
              <a:gd name="connsiteY3" fmla="*/ 781050 h 781050"/>
              <a:gd name="connsiteX4" fmla="*/ 0 w 781050"/>
              <a:gd name="connsiteY4" fmla="*/ 390525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781050">
                <a:moveTo>
                  <a:pt x="0" y="390525"/>
                </a:moveTo>
                <a:cubicBezTo>
                  <a:pt x="0" y="174841"/>
                  <a:pt x="174841" y="0"/>
                  <a:pt x="390525" y="0"/>
                </a:cubicBezTo>
                <a:cubicBezTo>
                  <a:pt x="606209" y="0"/>
                  <a:pt x="781050" y="174841"/>
                  <a:pt x="781050" y="390525"/>
                </a:cubicBezTo>
                <a:cubicBezTo>
                  <a:pt x="781050" y="606209"/>
                  <a:pt x="606209" y="781050"/>
                  <a:pt x="390525" y="781050"/>
                </a:cubicBezTo>
                <a:cubicBezTo>
                  <a:pt x="174841" y="781050"/>
                  <a:pt x="0" y="606209"/>
                  <a:pt x="0" y="390525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5" name="직사각형 44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716489" y="4734592"/>
            <a:ext cx="2359015" cy="1075094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  <p:sp>
        <p:nvSpPr>
          <p:cNvPr id="46" name="직사각형 45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3517639" y="4734592"/>
            <a:ext cx="2359015" cy="1075094"/>
          </a:xfrm>
        </p:spPr>
        <p:txBody>
          <a:bodyPr vert="horz" wrap="square" lIns="91440" tIns="45720" rIns="91440" bIns="45720" anchor="t"/>
          <a:lstStyle>
            <a:lvl1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  <p:sp>
        <p:nvSpPr>
          <p:cNvPr id="47" name="직사각형 4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329591" y="4734592"/>
            <a:ext cx="2359015" cy="1075094"/>
          </a:xfrm>
        </p:spPr>
        <p:txBody>
          <a:bodyPr vert="horz" wrap="square" lIns="91440" tIns="45720" rIns="91440" bIns="45720" anchor="t"/>
          <a:lstStyle>
            <a:lvl1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  <p:sp>
        <p:nvSpPr>
          <p:cNvPr id="48" name="직사각형 47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9173947" y="4734592"/>
            <a:ext cx="2359015" cy="1075094"/>
          </a:xfrm>
        </p:spPr>
        <p:txBody>
          <a:bodyPr vert="horz" wrap="square" lIns="91440" tIns="45720" rIns="91440" bIns="45720" anchor="t"/>
          <a:lstStyle>
            <a:lvl1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711233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3">
    <p:bg>
      <p:bgPr>
        <a:solidFill>
          <a:srgbClr val="03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86873" y="2610326"/>
            <a:ext cx="7563825" cy="818382"/>
          </a:xfrm>
        </p:spPr>
        <p:txBody>
          <a:bodyPr/>
          <a:lstStyle>
            <a:lvl1pPr algn="l">
              <a:defRPr sz="4800" b="1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3" name="직사각형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86873" y="1829028"/>
            <a:ext cx="1097417" cy="638359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01</a:t>
            </a:r>
          </a:p>
        </p:txBody>
      </p:sp>
      <p:sp>
        <p:nvSpPr>
          <p:cNvPr id="27" name="Freeform: Shape 3"/>
          <p:cNvSpPr/>
          <p:nvPr userDrawn="1"/>
        </p:nvSpPr>
        <p:spPr>
          <a:xfrm>
            <a:off x="7918602" y="8433"/>
            <a:ext cx="3238500" cy="2343150"/>
          </a:xfrm>
          <a:custGeom>
            <a:avLst/>
            <a:gdLst>
              <a:gd name="connsiteX0" fmla="*/ 170428 w 3238500"/>
              <a:gd name="connsiteY0" fmla="*/ 0 h 2343150"/>
              <a:gd name="connsiteX1" fmla="*/ 0 w 3238500"/>
              <a:gd name="connsiteY1" fmla="*/ 723900 h 2343150"/>
              <a:gd name="connsiteX2" fmla="*/ 1619250 w 3238500"/>
              <a:gd name="connsiteY2" fmla="*/ 2343150 h 2343150"/>
              <a:gd name="connsiteX3" fmla="*/ 3238500 w 3238500"/>
              <a:gd name="connsiteY3" fmla="*/ 723900 h 2343150"/>
              <a:gd name="connsiteX4" fmla="*/ 3068079 w 3238500"/>
              <a:gd name="connsiteY4" fmla="*/ 0 h 2343150"/>
              <a:gd name="connsiteX5" fmla="*/ 2192722 w 3238500"/>
              <a:gd name="connsiteY5" fmla="*/ 0 h 2343150"/>
              <a:gd name="connsiteX6" fmla="*/ 2542699 w 3238500"/>
              <a:gd name="connsiteY6" fmla="*/ 723900 h 2343150"/>
              <a:gd name="connsiteX7" fmla="*/ 1619250 w 3238500"/>
              <a:gd name="connsiteY7" fmla="*/ 1647387 h 2343150"/>
              <a:gd name="connsiteX8" fmla="*/ 695763 w 3238500"/>
              <a:gd name="connsiteY8" fmla="*/ 723900 h 2343150"/>
              <a:gd name="connsiteX9" fmla="*/ 1045778 w 3238500"/>
              <a:gd name="connsiteY9" fmla="*/ 0 h 2343150"/>
              <a:gd name="connsiteX10" fmla="*/ 170428 w 3238500"/>
              <a:gd name="connsiteY10" fmla="*/ 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38500" h="2343150">
                <a:moveTo>
                  <a:pt x="170428" y="0"/>
                </a:moveTo>
                <a:cubicBezTo>
                  <a:pt x="61371" y="217842"/>
                  <a:pt x="0" y="463705"/>
                  <a:pt x="0" y="723900"/>
                </a:cubicBezTo>
                <a:cubicBezTo>
                  <a:pt x="0" y="1618183"/>
                  <a:pt x="724967" y="2343150"/>
                  <a:pt x="1619250" y="2343150"/>
                </a:cubicBezTo>
                <a:cubicBezTo>
                  <a:pt x="2513553" y="2343150"/>
                  <a:pt x="3238500" y="1618183"/>
                  <a:pt x="3238500" y="723900"/>
                </a:cubicBezTo>
                <a:cubicBezTo>
                  <a:pt x="3238500" y="463705"/>
                  <a:pt x="3177131" y="217842"/>
                  <a:pt x="3068079" y="0"/>
                </a:cubicBezTo>
                <a:lnTo>
                  <a:pt x="2192722" y="0"/>
                </a:lnTo>
                <a:cubicBezTo>
                  <a:pt x="2405958" y="169163"/>
                  <a:pt x="2542699" y="430560"/>
                  <a:pt x="2542699" y="723900"/>
                </a:cubicBezTo>
                <a:cubicBezTo>
                  <a:pt x="2542699" y="1233926"/>
                  <a:pt x="2129314" y="1647387"/>
                  <a:pt x="1619250" y="1647387"/>
                </a:cubicBezTo>
                <a:cubicBezTo>
                  <a:pt x="1109224" y="1647387"/>
                  <a:pt x="695763" y="1233926"/>
                  <a:pt x="695763" y="723900"/>
                </a:cubicBezTo>
                <a:cubicBezTo>
                  <a:pt x="695763" y="430560"/>
                  <a:pt x="832533" y="169163"/>
                  <a:pt x="1045778" y="0"/>
                </a:cubicBezTo>
                <a:lnTo>
                  <a:pt x="170428" y="0"/>
                </a:lnTo>
                <a:close/>
              </a:path>
            </a:pathLst>
          </a:custGeom>
          <a:solidFill>
            <a:srgbClr val="5C6989">
              <a:alpha val="1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8" name="Freeform: Shape 4"/>
          <p:cNvSpPr/>
          <p:nvPr userDrawn="1"/>
        </p:nvSpPr>
        <p:spPr>
          <a:xfrm>
            <a:off x="10328427" y="1570533"/>
            <a:ext cx="781050" cy="781050"/>
          </a:xfrm>
          <a:custGeom>
            <a:avLst/>
            <a:gdLst>
              <a:gd name="connsiteX0" fmla="*/ 0 w 781050"/>
              <a:gd name="connsiteY0" fmla="*/ 390525 h 781050"/>
              <a:gd name="connsiteX1" fmla="*/ 390525 w 781050"/>
              <a:gd name="connsiteY1" fmla="*/ 0 h 781050"/>
              <a:gd name="connsiteX2" fmla="*/ 781050 w 781050"/>
              <a:gd name="connsiteY2" fmla="*/ 390525 h 781050"/>
              <a:gd name="connsiteX3" fmla="*/ 390525 w 781050"/>
              <a:gd name="connsiteY3" fmla="*/ 781050 h 781050"/>
              <a:gd name="connsiteX4" fmla="*/ 0 w 781050"/>
              <a:gd name="connsiteY4" fmla="*/ 390525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781050">
                <a:moveTo>
                  <a:pt x="0" y="390525"/>
                </a:moveTo>
                <a:cubicBezTo>
                  <a:pt x="0" y="174841"/>
                  <a:pt x="174879" y="0"/>
                  <a:pt x="390525" y="0"/>
                </a:cubicBezTo>
                <a:cubicBezTo>
                  <a:pt x="606171" y="0"/>
                  <a:pt x="781050" y="174841"/>
                  <a:pt x="781050" y="390525"/>
                </a:cubicBezTo>
                <a:cubicBezTo>
                  <a:pt x="781050" y="606209"/>
                  <a:pt x="606171" y="781050"/>
                  <a:pt x="390525" y="781050"/>
                </a:cubicBezTo>
                <a:cubicBezTo>
                  <a:pt x="174879" y="781050"/>
                  <a:pt x="0" y="606209"/>
                  <a:pt x="0" y="390525"/>
                </a:cubicBezTo>
                <a:close/>
              </a:path>
            </a:pathLst>
          </a:custGeom>
          <a:solidFill>
            <a:srgbClr val="4CE1AB">
              <a:alpha val="1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cxnSp>
        <p:nvCxnSpPr>
          <p:cNvPr id="29" name="선 28"/>
          <p:cNvCxnSpPr/>
          <p:nvPr userDrawn="1"/>
        </p:nvCxnSpPr>
        <p:spPr>
          <a:xfrm>
            <a:off x="0" y="3610427"/>
            <a:ext cx="11531506" cy="1"/>
          </a:xfrm>
          <a:prstGeom prst="line">
            <a:avLst/>
          </a:prstGeom>
          <a:noFill/>
          <a:ln w="6350" cap="flat" cmpd="sng" algn="ctr">
            <a:solidFill>
              <a:srgbClr val="FFFFFF">
                <a:alpha val="74900"/>
              </a:srgbClr>
            </a:solidFill>
            <a:prstDash val="solid"/>
          </a:ln>
        </p:spPr>
      </p:cxnSp>
      <p:sp>
        <p:nvSpPr>
          <p:cNvPr id="30" name="직사각형 2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86873" y="4532966"/>
            <a:ext cx="2359015" cy="1389679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249647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74096" y="1699412"/>
            <a:ext cx="4783198" cy="36652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18" name="직사각형 1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74096" y="2185473"/>
            <a:ext cx="4783198" cy="124251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74096" y="4230529"/>
            <a:ext cx="4783198" cy="358964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20" name="직사각형 1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74096" y="4716589"/>
            <a:ext cx="4783198" cy="124251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457200" indent="0">
              <a:buNone/>
              <a:defRPr sz="1400">
                <a:latin typeface="함초롬돋움"/>
                <a:ea typeface="함초롬돋움"/>
                <a:cs typeface="함초롬돋움"/>
              </a:defRPr>
            </a:lvl2pPr>
            <a:lvl3pPr marL="914400" indent="0">
              <a:buNone/>
              <a:defRPr sz="1400">
                <a:latin typeface="함초롬돋움"/>
                <a:ea typeface="함초롬돋움"/>
                <a:cs typeface="함초롬돋움"/>
              </a:defRPr>
            </a:lvl3pPr>
            <a:lvl4pPr marL="1371600" indent="0">
              <a:buNone/>
              <a:defRPr sz="1400">
                <a:latin typeface="함초롬돋움"/>
                <a:ea typeface="함초롬돋움"/>
                <a:cs typeface="함초롬돋움"/>
              </a:defRPr>
            </a:lvl4pPr>
            <a:lvl5pPr marL="1828800" indent="0">
              <a:buNone/>
              <a:defRPr sz="1400">
                <a:latin typeface="함초롬돋움"/>
                <a:ea typeface="함초롬돋움"/>
                <a:cs typeface="함초롬돋움"/>
              </a:defRPr>
            </a:lvl5pPr>
            <a:lvl6pPr marL="2286000" indent="0">
              <a:buNone/>
              <a:defRPr sz="1400">
                <a:latin typeface="함초롬돋움"/>
                <a:ea typeface="함초롬돋움"/>
                <a:cs typeface="함초롬돋움"/>
              </a:defRPr>
            </a:lvl6pPr>
            <a:lvl7pPr marL="2743200" indent="0">
              <a:buNone/>
              <a:defRPr sz="1400">
                <a:latin typeface="함초롬돋움"/>
                <a:ea typeface="함초롬돋움"/>
                <a:cs typeface="함초롬돋움"/>
              </a:defRPr>
            </a:lvl7pPr>
            <a:lvl8pPr marL="3200400" indent="0">
              <a:buNone/>
              <a:defRPr sz="1400">
                <a:latin typeface="함초롬돋움"/>
                <a:ea typeface="함초롬돋움"/>
                <a:cs typeface="함초롬돋움"/>
              </a:defRPr>
            </a:lvl8pPr>
            <a:lvl9pPr marL="3657600" indent="0">
              <a:buNone/>
              <a:defRPr sz="1400"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1" name="직사각형 20"/>
          <p:cNvSpPr>
            <a:spLocks noGrp="1"/>
          </p:cNvSpPr>
          <p:nvPr userDrawn="1">
            <p:ph type="pic" sz="quarter" idx="17"/>
          </p:nvPr>
        </p:nvSpPr>
        <p:spPr>
          <a:xfrm>
            <a:off x="6052356" y="1531889"/>
            <a:ext cx="6138767" cy="5326146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5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6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65645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357369" y="3276409"/>
            <a:ext cx="2559560" cy="32008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18" name="직사각형 1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96862" y="3596849"/>
            <a:ext cx="3421507" cy="1078021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  <p:sp>
        <p:nvSpPr>
          <p:cNvPr id="19" name="직사각형 1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431329" y="1685010"/>
            <a:ext cx="2559560" cy="32008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20" name="직사각형 1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431328" y="2005450"/>
            <a:ext cx="3421508" cy="107874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457200" indent="0">
              <a:buNone/>
              <a:defRPr sz="1200">
                <a:latin typeface="함초롬돋움"/>
                <a:ea typeface="함초롬돋움"/>
                <a:cs typeface="함초롬돋움"/>
              </a:defRPr>
            </a:lvl2pPr>
            <a:lvl3pPr marL="914400" indent="0">
              <a:buNone/>
              <a:defRPr sz="1200">
                <a:latin typeface="함초롬돋움"/>
                <a:ea typeface="함초롬돋움"/>
                <a:cs typeface="함초롬돋움"/>
              </a:defRPr>
            </a:lvl3pPr>
            <a:lvl4pPr marL="1371600" indent="0">
              <a:buNone/>
              <a:defRPr sz="1200">
                <a:latin typeface="함초롬돋움"/>
                <a:ea typeface="함초롬돋움"/>
                <a:cs typeface="함초롬돋움"/>
              </a:defRPr>
            </a:lvl4pPr>
            <a:lvl5pPr marL="1828800" indent="0">
              <a:buNone/>
              <a:defRPr sz="1200">
                <a:latin typeface="함초롬돋움"/>
                <a:ea typeface="함초롬돋움"/>
                <a:cs typeface="함초롬돋움"/>
              </a:defRPr>
            </a:lvl5pPr>
            <a:lvl6pPr marL="2286000" indent="0">
              <a:buNone/>
              <a:defRPr sz="1200">
                <a:latin typeface="함초롬돋움"/>
                <a:ea typeface="함초롬돋움"/>
                <a:cs typeface="함초롬돋움"/>
              </a:defRPr>
            </a:lvl6pPr>
            <a:lvl7pPr marL="2743200" indent="0">
              <a:buNone/>
              <a:defRPr sz="1200">
                <a:latin typeface="함초롬돋움"/>
                <a:ea typeface="함초롬돋움"/>
                <a:cs typeface="함초롬돋움"/>
              </a:defRPr>
            </a:lvl7pPr>
            <a:lvl8pPr marL="3200400" indent="0">
              <a:buNone/>
              <a:defRPr sz="1200">
                <a:latin typeface="함초롬돋움"/>
                <a:ea typeface="함초롬돋움"/>
                <a:cs typeface="함초롬돋움"/>
              </a:defRPr>
            </a:lvl8pPr>
            <a:lvl9pPr marL="3657600" indent="0">
              <a:buNone/>
              <a:defRPr sz="1200"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2" name="직사각형 41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8273834" y="4021702"/>
            <a:ext cx="2559560" cy="300743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43" name="직사각형 4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273833" y="4342143"/>
            <a:ext cx="3421508" cy="1075677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7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8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9" name="직사각형 48"/>
          <p:cNvSpPr>
            <a:spLocks noGrp="1"/>
          </p:cNvSpPr>
          <p:nvPr userDrawn="1">
            <p:ph type="pic" sz="quarter" idx="19"/>
          </p:nvPr>
        </p:nvSpPr>
        <p:spPr>
          <a:xfrm>
            <a:off x="4091515" y="1685010"/>
            <a:ext cx="3173942" cy="3732810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90458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914"/>
          </a:xfrm>
        </p:spPr>
        <p:txBody>
          <a:bodyPr>
            <a:sp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74096" y="1699412"/>
            <a:ext cx="4783198" cy="36652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18" name="직사각형 1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74096" y="2185473"/>
            <a:ext cx="4783198" cy="124251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74096" y="4475359"/>
            <a:ext cx="4783198" cy="361436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20" name="직사각형 1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74096" y="4961420"/>
            <a:ext cx="4783198" cy="124251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457200" indent="0">
              <a:buNone/>
              <a:defRPr sz="1400">
                <a:latin typeface="함초롬돋움"/>
                <a:ea typeface="함초롬돋움"/>
                <a:cs typeface="함초롬돋움"/>
              </a:defRPr>
            </a:lvl2pPr>
            <a:lvl3pPr marL="914400" indent="0">
              <a:buNone/>
              <a:defRPr sz="1400">
                <a:latin typeface="함초롬돋움"/>
                <a:ea typeface="함초롬돋움"/>
                <a:cs typeface="함초롬돋움"/>
              </a:defRPr>
            </a:lvl3pPr>
            <a:lvl4pPr marL="1371600" indent="0">
              <a:buNone/>
              <a:defRPr sz="1400">
                <a:latin typeface="함초롬돋움"/>
                <a:ea typeface="함초롬돋움"/>
                <a:cs typeface="함초롬돋움"/>
              </a:defRPr>
            </a:lvl4pPr>
            <a:lvl5pPr marL="1828800" indent="0">
              <a:buNone/>
              <a:defRPr sz="1400">
                <a:latin typeface="함초롬돋움"/>
                <a:ea typeface="함초롬돋움"/>
                <a:cs typeface="함초롬돋움"/>
              </a:defRPr>
            </a:lvl5pPr>
            <a:lvl6pPr marL="2286000" indent="0">
              <a:buNone/>
              <a:defRPr sz="1400">
                <a:latin typeface="함초롬돋움"/>
                <a:ea typeface="함초롬돋움"/>
                <a:cs typeface="함초롬돋움"/>
              </a:defRPr>
            </a:lvl6pPr>
            <a:lvl7pPr marL="2743200" indent="0">
              <a:buNone/>
              <a:defRPr sz="1400">
                <a:latin typeface="함초롬돋움"/>
                <a:ea typeface="함초롬돋움"/>
                <a:cs typeface="함초롬돋움"/>
              </a:defRPr>
            </a:lvl7pPr>
            <a:lvl8pPr marL="3200400" indent="0">
              <a:buNone/>
              <a:defRPr sz="1400">
                <a:latin typeface="함초롬돋움"/>
                <a:ea typeface="함초롬돋움"/>
                <a:cs typeface="함초롬돋움"/>
              </a:defRPr>
            </a:lvl8pPr>
            <a:lvl9pPr marL="3657600" indent="0">
              <a:buNone/>
              <a:defRPr sz="1400"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6" name="직사각형 25"/>
          <p:cNvSpPr>
            <a:spLocks noGrp="1"/>
          </p:cNvSpPr>
          <p:nvPr userDrawn="1">
            <p:ph type="tbl" sz="quarter" idx="17"/>
          </p:nvPr>
        </p:nvSpPr>
        <p:spPr>
          <a:xfrm>
            <a:off x="6336792" y="1054931"/>
            <a:ext cx="5017227" cy="2371976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7" name="직사각형 26"/>
          <p:cNvSpPr>
            <a:spLocks noGrp="1"/>
          </p:cNvSpPr>
          <p:nvPr userDrawn="1">
            <p:ph type="tbl" sz="quarter" idx="18"/>
          </p:nvPr>
        </p:nvSpPr>
        <p:spPr>
          <a:xfrm>
            <a:off x="6336792" y="3834479"/>
            <a:ext cx="5017227" cy="2371976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8" name="직사각형 27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36792" y="3427628"/>
            <a:ext cx="5017227" cy="276874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&lt;</a:t>
            </a:r>
            <a:r>
              <a:rPr lang="ko-KR" altLang="en-US"/>
              <a:t>표</a:t>
            </a:r>
            <a:r>
              <a:rPr lang="en-US" altLang="ko-KR"/>
              <a:t>1&gt;</a:t>
            </a:r>
            <a:r>
              <a:rPr lang="ko-KR" altLang="en-US"/>
              <a:t> 표 </a:t>
            </a:r>
            <a:r>
              <a:rPr lang="en-US" altLang="ko-KR"/>
              <a:t>1</a:t>
            </a:r>
            <a:r>
              <a:rPr lang="ko-KR" altLang="en-US"/>
              <a:t>에 대한 설명</a:t>
            </a:r>
          </a:p>
        </p:txBody>
      </p:sp>
      <p:sp>
        <p:nvSpPr>
          <p:cNvPr id="29" name="직사각형 28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336792" y="6203575"/>
            <a:ext cx="5017227" cy="276874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&lt;</a:t>
            </a:r>
            <a:r>
              <a:rPr lang="ko-KR" altLang="en-US"/>
              <a:t>표</a:t>
            </a:r>
            <a:r>
              <a:rPr lang="en-US" altLang="ko-KR"/>
              <a:t>2&gt;</a:t>
            </a:r>
            <a:r>
              <a:rPr lang="ko-KR" altLang="en-US"/>
              <a:t> 표 </a:t>
            </a:r>
            <a:r>
              <a:rPr lang="en-US" altLang="ko-KR"/>
              <a:t>2</a:t>
            </a:r>
            <a:r>
              <a:rPr lang="ko-KR" altLang="en-US"/>
              <a:t>에 대한 설명</a:t>
            </a:r>
          </a:p>
        </p:txBody>
      </p:sp>
      <p:sp>
        <p:nvSpPr>
          <p:cNvPr id="34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5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1840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914"/>
          </a:xfrm>
        </p:spPr>
        <p:txBody>
          <a:bodyPr>
            <a:sp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953394" y="1699412"/>
            <a:ext cx="3363900" cy="36652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18" name="직사각형 1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953394" y="2185473"/>
            <a:ext cx="3363900" cy="1527310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슬라이드 메세지</a:t>
            </a:r>
          </a:p>
        </p:txBody>
      </p:sp>
      <p:sp>
        <p:nvSpPr>
          <p:cNvPr id="19" name="직사각형 1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67707" y="4237729"/>
            <a:ext cx="4783198" cy="360941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20" name="직사각형 1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867707" y="4727391"/>
            <a:ext cx="4783198" cy="1242879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457200" indent="0">
              <a:buNone/>
              <a:defRPr sz="1400">
                <a:latin typeface="함초롬돋움"/>
                <a:ea typeface="함초롬돋움"/>
                <a:cs typeface="함초롬돋움"/>
              </a:defRPr>
            </a:lvl2pPr>
            <a:lvl3pPr marL="914400" indent="0">
              <a:buNone/>
              <a:defRPr sz="1400">
                <a:latin typeface="함초롬돋움"/>
                <a:ea typeface="함초롬돋움"/>
                <a:cs typeface="함초롬돋움"/>
              </a:defRPr>
            </a:lvl3pPr>
            <a:lvl4pPr marL="1371600" indent="0">
              <a:buNone/>
              <a:defRPr sz="1400">
                <a:latin typeface="함초롬돋움"/>
                <a:ea typeface="함초롬돋움"/>
                <a:cs typeface="함초롬돋움"/>
              </a:defRPr>
            </a:lvl4pPr>
            <a:lvl5pPr marL="1828800" indent="0">
              <a:buNone/>
              <a:defRPr sz="1400">
                <a:latin typeface="함초롬돋움"/>
                <a:ea typeface="함초롬돋움"/>
                <a:cs typeface="함초롬돋움"/>
              </a:defRPr>
            </a:lvl5pPr>
            <a:lvl6pPr marL="2286000" indent="0">
              <a:buNone/>
              <a:defRPr sz="1400">
                <a:latin typeface="함초롬돋움"/>
                <a:ea typeface="함초롬돋움"/>
                <a:cs typeface="함초롬돋움"/>
              </a:defRPr>
            </a:lvl6pPr>
            <a:lvl7pPr marL="2743200" indent="0">
              <a:buNone/>
              <a:defRPr sz="1400">
                <a:latin typeface="함초롬돋움"/>
                <a:ea typeface="함초롬돋움"/>
                <a:cs typeface="함초롬돋움"/>
              </a:defRPr>
            </a:lvl7pPr>
            <a:lvl8pPr marL="3200400" indent="0">
              <a:buNone/>
              <a:defRPr sz="1400">
                <a:latin typeface="함초롬돋움"/>
                <a:ea typeface="함초롬돋움"/>
                <a:cs typeface="함초롬돋움"/>
              </a:defRPr>
            </a:lvl8pPr>
            <a:lvl9pPr marL="3657600" indent="0">
              <a:buNone/>
              <a:defRPr sz="1400"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6" name="직사각형 35"/>
          <p:cNvSpPr>
            <a:spLocks noGrp="1"/>
          </p:cNvSpPr>
          <p:nvPr userDrawn="1">
            <p:ph type="pic" sz="quarter" idx="17"/>
          </p:nvPr>
        </p:nvSpPr>
        <p:spPr>
          <a:xfrm>
            <a:off x="867708" y="1699412"/>
            <a:ext cx="3363900" cy="2003290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8" name="직사각형 37"/>
          <p:cNvSpPr>
            <a:spLocks noGrp="1"/>
          </p:cNvSpPr>
          <p:nvPr userDrawn="1">
            <p:ph type="pic" sz="quarter" idx="18"/>
          </p:nvPr>
        </p:nvSpPr>
        <p:spPr>
          <a:xfrm>
            <a:off x="4414152" y="1699412"/>
            <a:ext cx="3363900" cy="2003290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9" name="직사각형 38"/>
          <p:cNvSpPr>
            <a:spLocks noGrp="1"/>
          </p:cNvSpPr>
          <p:nvPr userDrawn="1">
            <p:ph type="pic" sz="quarter" idx="19"/>
          </p:nvPr>
        </p:nvSpPr>
        <p:spPr>
          <a:xfrm>
            <a:off x="7953394" y="3967696"/>
            <a:ext cx="3363900" cy="2003290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3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4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2375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 userDrawn="1"/>
        </p:nvSpPr>
        <p:spPr>
          <a:xfrm>
            <a:off x="0" y="6698824"/>
            <a:ext cx="12192000" cy="159176"/>
          </a:xfrm>
          <a:prstGeom prst="rect">
            <a:avLst/>
          </a:prstGeom>
          <a:solidFill>
            <a:srgbClr val="4CE1A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 userDrawn="1"/>
        </p:nvSpPr>
        <p:spPr>
          <a:xfrm>
            <a:off x="7405687" y="6698824"/>
            <a:ext cx="4786312" cy="159176"/>
          </a:xfrm>
          <a:prstGeom prst="rect">
            <a:avLst/>
          </a:prstGeom>
          <a:solidFill>
            <a:srgbClr val="5C6989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가로 글상자 17"/>
          <p:cNvSpPr txBox="1"/>
          <p:nvPr userDrawn="1"/>
        </p:nvSpPr>
        <p:spPr>
          <a:xfrm>
            <a:off x="585898" y="319661"/>
            <a:ext cx="2559889" cy="26898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SIMPLE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CIRCLE TEMPLATES</a:t>
            </a:r>
          </a:p>
        </p:txBody>
      </p:sp>
      <p:sp>
        <p:nvSpPr>
          <p:cNvPr id="19" name="Freeform: Shape 16"/>
          <p:cNvSpPr/>
          <p:nvPr userDrawn="1"/>
        </p:nvSpPr>
        <p:spPr>
          <a:xfrm>
            <a:off x="11572875" y="3650148"/>
            <a:ext cx="619125" cy="2281237"/>
          </a:xfrm>
          <a:custGeom>
            <a:avLst/>
            <a:gdLst>
              <a:gd name="connsiteX0" fmla="*/ 619125 w 619125"/>
              <a:gd name="connsiteY0" fmla="*/ 0 h 2281237"/>
              <a:gd name="connsiteX1" fmla="*/ 0 w 619125"/>
              <a:gd name="connsiteY1" fmla="*/ 1140619 h 2281237"/>
              <a:gd name="connsiteX2" fmla="*/ 619125 w 619125"/>
              <a:gd name="connsiteY2" fmla="*/ 2281238 h 2281237"/>
              <a:gd name="connsiteX3" fmla="*/ 619125 w 619125"/>
              <a:gd name="connsiteY3" fmla="*/ 0 h 2281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125" h="2281237">
                <a:moveTo>
                  <a:pt x="619125" y="0"/>
                </a:moveTo>
                <a:cubicBezTo>
                  <a:pt x="246583" y="241745"/>
                  <a:pt x="0" y="662283"/>
                  <a:pt x="0" y="1140619"/>
                </a:cubicBezTo>
                <a:cubicBezTo>
                  <a:pt x="0" y="1618955"/>
                  <a:pt x="246583" y="2039493"/>
                  <a:pt x="619125" y="2281238"/>
                </a:cubicBezTo>
                <a:lnTo>
                  <a:pt x="619125" y="0"/>
                </a:lnTo>
                <a:close/>
              </a:path>
            </a:pathLst>
          </a:custGeom>
          <a:solidFill>
            <a:srgbClr val="4CE1AB">
              <a:alpha val="25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0" name="Freeform: Shape 18"/>
          <p:cNvSpPr/>
          <p:nvPr userDrawn="1"/>
        </p:nvSpPr>
        <p:spPr>
          <a:xfrm>
            <a:off x="7915275" y="4455"/>
            <a:ext cx="3238500" cy="2343150"/>
          </a:xfrm>
          <a:custGeom>
            <a:avLst/>
            <a:gdLst>
              <a:gd name="connsiteX0" fmla="*/ 170428 w 3238500"/>
              <a:gd name="connsiteY0" fmla="*/ 0 h 2343150"/>
              <a:gd name="connsiteX1" fmla="*/ 0 w 3238500"/>
              <a:gd name="connsiteY1" fmla="*/ 723900 h 2343150"/>
              <a:gd name="connsiteX2" fmla="*/ 1619250 w 3238500"/>
              <a:gd name="connsiteY2" fmla="*/ 2343150 h 2343150"/>
              <a:gd name="connsiteX3" fmla="*/ 3238500 w 3238500"/>
              <a:gd name="connsiteY3" fmla="*/ 723900 h 2343150"/>
              <a:gd name="connsiteX4" fmla="*/ 3068079 w 3238500"/>
              <a:gd name="connsiteY4" fmla="*/ 0 h 2343150"/>
              <a:gd name="connsiteX5" fmla="*/ 2192722 w 3238500"/>
              <a:gd name="connsiteY5" fmla="*/ 0 h 2343150"/>
              <a:gd name="connsiteX6" fmla="*/ 2542699 w 3238500"/>
              <a:gd name="connsiteY6" fmla="*/ 723900 h 2343150"/>
              <a:gd name="connsiteX7" fmla="*/ 1619250 w 3238500"/>
              <a:gd name="connsiteY7" fmla="*/ 1647387 h 2343150"/>
              <a:gd name="connsiteX8" fmla="*/ 695763 w 3238500"/>
              <a:gd name="connsiteY8" fmla="*/ 723900 h 2343150"/>
              <a:gd name="connsiteX9" fmla="*/ 1045778 w 3238500"/>
              <a:gd name="connsiteY9" fmla="*/ 0 h 2343150"/>
              <a:gd name="connsiteX10" fmla="*/ 170428 w 3238500"/>
              <a:gd name="connsiteY10" fmla="*/ 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38500" h="2343150">
                <a:moveTo>
                  <a:pt x="170428" y="0"/>
                </a:moveTo>
                <a:cubicBezTo>
                  <a:pt x="61371" y="217842"/>
                  <a:pt x="0" y="463705"/>
                  <a:pt x="0" y="723900"/>
                </a:cubicBezTo>
                <a:cubicBezTo>
                  <a:pt x="0" y="1618183"/>
                  <a:pt x="724967" y="2343150"/>
                  <a:pt x="1619250" y="2343150"/>
                </a:cubicBezTo>
                <a:cubicBezTo>
                  <a:pt x="2513553" y="2343150"/>
                  <a:pt x="3238500" y="1618183"/>
                  <a:pt x="3238500" y="723900"/>
                </a:cubicBezTo>
                <a:cubicBezTo>
                  <a:pt x="3238500" y="463705"/>
                  <a:pt x="3177131" y="217842"/>
                  <a:pt x="3068079" y="0"/>
                </a:cubicBezTo>
                <a:lnTo>
                  <a:pt x="2192722" y="0"/>
                </a:lnTo>
                <a:cubicBezTo>
                  <a:pt x="2405958" y="169163"/>
                  <a:pt x="2542699" y="430560"/>
                  <a:pt x="2542699" y="723900"/>
                </a:cubicBezTo>
                <a:cubicBezTo>
                  <a:pt x="2542699" y="1233926"/>
                  <a:pt x="2129314" y="1647387"/>
                  <a:pt x="1619250" y="1647387"/>
                </a:cubicBezTo>
                <a:cubicBezTo>
                  <a:pt x="1109224" y="1647387"/>
                  <a:pt x="695763" y="1233926"/>
                  <a:pt x="695763" y="723900"/>
                </a:cubicBezTo>
                <a:cubicBezTo>
                  <a:pt x="695763" y="430560"/>
                  <a:pt x="832533" y="169163"/>
                  <a:pt x="1045778" y="0"/>
                </a:cubicBezTo>
                <a:lnTo>
                  <a:pt x="170428" y="0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1" name="Freeform: Shape 19"/>
          <p:cNvSpPr/>
          <p:nvPr userDrawn="1"/>
        </p:nvSpPr>
        <p:spPr>
          <a:xfrm>
            <a:off x="10325100" y="1566555"/>
            <a:ext cx="781050" cy="781050"/>
          </a:xfrm>
          <a:custGeom>
            <a:avLst/>
            <a:gdLst>
              <a:gd name="connsiteX0" fmla="*/ 0 w 781050"/>
              <a:gd name="connsiteY0" fmla="*/ 390525 h 781050"/>
              <a:gd name="connsiteX1" fmla="*/ 390525 w 781050"/>
              <a:gd name="connsiteY1" fmla="*/ 0 h 781050"/>
              <a:gd name="connsiteX2" fmla="*/ 781050 w 781050"/>
              <a:gd name="connsiteY2" fmla="*/ 390525 h 781050"/>
              <a:gd name="connsiteX3" fmla="*/ 390525 w 781050"/>
              <a:gd name="connsiteY3" fmla="*/ 781050 h 781050"/>
              <a:gd name="connsiteX4" fmla="*/ 0 w 781050"/>
              <a:gd name="connsiteY4" fmla="*/ 390525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781050">
                <a:moveTo>
                  <a:pt x="0" y="390525"/>
                </a:moveTo>
                <a:cubicBezTo>
                  <a:pt x="0" y="174841"/>
                  <a:pt x="174879" y="0"/>
                  <a:pt x="390525" y="0"/>
                </a:cubicBezTo>
                <a:cubicBezTo>
                  <a:pt x="606171" y="0"/>
                  <a:pt x="781050" y="174841"/>
                  <a:pt x="781050" y="390525"/>
                </a:cubicBezTo>
                <a:cubicBezTo>
                  <a:pt x="781050" y="606209"/>
                  <a:pt x="606171" y="781050"/>
                  <a:pt x="390525" y="781050"/>
                </a:cubicBezTo>
                <a:cubicBezTo>
                  <a:pt x="174879" y="781050"/>
                  <a:pt x="0" y="606209"/>
                  <a:pt x="0" y="390525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86872" y="2819152"/>
            <a:ext cx="7563826" cy="818832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kumimoji="0" sz="4800" b="1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고맙습니다</a:t>
            </a:r>
            <a:r>
              <a:rPr lang="en-US" altLang="ko-KR"/>
              <a:t>.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16523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레이아웃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05642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47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8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94210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47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8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9" name="직사각형 48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61806" y="3830878"/>
            <a:ext cx="3142115" cy="36671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54" name="직사각형 53"/>
          <p:cNvSpPr>
            <a:spLocks noGrp="1"/>
          </p:cNvSpPr>
          <p:nvPr userDrawn="1">
            <p:ph type="pic" sz="quarter" idx="14"/>
          </p:nvPr>
        </p:nvSpPr>
        <p:spPr>
          <a:xfrm>
            <a:off x="1476439" y="1706590"/>
            <a:ext cx="1912850" cy="1912850"/>
          </a:xfrm>
          <a:prstGeom prst="ellipse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2" name="직사각형 6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524942" y="3830878"/>
            <a:ext cx="3142115" cy="36671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65" name="직사각형 64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8188077" y="3830878"/>
            <a:ext cx="3142116" cy="36671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76" name="직사각형 75"/>
          <p:cNvSpPr>
            <a:spLocks noGrp="1"/>
          </p:cNvSpPr>
          <p:nvPr userDrawn="1">
            <p:ph type="pic" sz="quarter" idx="17"/>
          </p:nvPr>
        </p:nvSpPr>
        <p:spPr>
          <a:xfrm>
            <a:off x="5137842" y="1706613"/>
            <a:ext cx="1912919" cy="1912919"/>
          </a:xfrm>
          <a:prstGeom prst="ellipse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7" name="직사각형 76"/>
          <p:cNvSpPr>
            <a:spLocks noGrp="1"/>
          </p:cNvSpPr>
          <p:nvPr userDrawn="1">
            <p:ph type="pic" sz="quarter" idx="18"/>
          </p:nvPr>
        </p:nvSpPr>
        <p:spPr>
          <a:xfrm>
            <a:off x="8803100" y="1706613"/>
            <a:ext cx="1912919" cy="1912919"/>
          </a:xfrm>
          <a:prstGeom prst="ellipse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8" name="직사각형 77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860507" y="4324140"/>
            <a:ext cx="3142112" cy="1646845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sz="1400" b="0" i="0" u="none" strike="noStrike" cap="none" normalizeH="0" baseline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  <p:sp>
        <p:nvSpPr>
          <p:cNvPr id="79" name="직사각형 78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25765" y="4324140"/>
            <a:ext cx="3142112" cy="1646845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sz="1400" b="0" i="0" u="none" strike="noStrike" cap="none" normalizeH="0" baseline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  <p:sp>
        <p:nvSpPr>
          <p:cNvPr id="80" name="직사각형 79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187423" y="4324140"/>
            <a:ext cx="3142112" cy="1646845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sz="1400" b="0" i="0" u="none" strike="noStrike" cap="none" normalizeH="0" baseline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0264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47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8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9" name="직사각형 48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67707" y="1699412"/>
            <a:ext cx="4783198" cy="36652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61" name="직사각형 60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867707" y="2185473"/>
            <a:ext cx="10462481" cy="3784793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defRPr kumimoji="0" sz="1400" b="0" i="0" u="none" strike="noStrike" cap="none" normalizeH="0" baseline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6943640"/>
      </p:ext>
    </p:extLst>
  </p:cSld>
  <p:clrMapOvr>
    <a:masterClrMapping/>
  </p:clrMapOvr>
  <p:transition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39" r:id="rId3"/>
    <p:sldLayoutId id="2147483740" r:id="rId4"/>
    <p:sldLayoutId id="2147483741" r:id="rId5"/>
    <p:sldLayoutId id="2147483742" r:id="rId6"/>
    <p:sldLayoutId id="2147483762" r:id="rId7"/>
    <p:sldLayoutId id="2147483763" r:id="rId8"/>
    <p:sldLayoutId id="2147483764" r:id="rId9"/>
    <p:sldLayoutId id="2147483765" r:id="rId10"/>
    <p:sldLayoutId id="2147483767" r:id="rId11"/>
    <p:sldLayoutId id="2147483766" r:id="rId12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 hasCustomPrompt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solidFill>
                  <a:srgbClr val="032a3b"/>
                </a:solidFill>
              </a:rPr>
              <a:t>ToTheTop</a:t>
            </a:r>
            <a:r>
              <a:rPr lang="ko-KR" altLang="en-US">
                <a:solidFill>
                  <a:srgbClr val="032a3b"/>
                </a:solidFill>
              </a:rPr>
              <a:t> 최종 발표</a:t>
            </a:r>
            <a:endParaRPr lang="en-US" altLang="ko-KR">
              <a:solidFill>
                <a:srgbClr val="032a3b"/>
              </a:solidFill>
            </a:endParaRPr>
          </a:p>
        </p:txBody>
      </p:sp>
      <p:sp>
        <p:nvSpPr>
          <p:cNvPr id="4" name="직사각형 16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/>
              <a:t>2022180043</a:t>
            </a:r>
            <a:r>
              <a:rPr lang="ko-KR" altLang="en-US"/>
              <a:t> 황상준</a:t>
            </a:r>
            <a:endParaRPr lang="ko-KR" altLang="en-US"/>
          </a:p>
        </p:txBody>
      </p:sp>
      <p:sp>
        <p:nvSpPr>
          <p:cNvPr id="5" name="가로 글상자 4"/>
          <p:cNvSpPr txBox="1"/>
          <p:nvPr userDrawn="1"/>
        </p:nvSpPr>
        <p:spPr>
          <a:xfrm>
            <a:off x="585898" y="319661"/>
            <a:ext cx="2559889" cy="268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SIMPLE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CIRCLE TEMPLATES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200583" y="278164"/>
          <a:ext cx="11812037" cy="606030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956126"/>
                <a:gridCol w="2954655"/>
                <a:gridCol w="2945130"/>
                <a:gridCol w="2956126"/>
              </a:tblGrid>
              <a:tr h="42341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내용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목표 범위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실제 개발 완료 범위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진척도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6438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시작 스테이지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튜토리얼 안내판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endParaRPr lang="en-US" altLang="ko-KR" sz="16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스토리 설명 </a:t>
                      </a:r>
                      <a:r>
                        <a:rPr lang="en-US" altLang="ko-KR" sz="1600">
                          <a:latin typeface="맑은 고딕"/>
                        </a:rPr>
                        <a:t>NPC,</a:t>
                      </a:r>
                      <a:endParaRPr lang="en-US" altLang="ko-KR" sz="16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전투 스테이지 입장 열쇠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상인 </a:t>
                      </a:r>
                      <a:r>
                        <a:rPr lang="en-US" altLang="ko-KR" sz="1600">
                          <a:latin typeface="맑은 고딕"/>
                        </a:rPr>
                        <a:t>NPC</a:t>
                      </a:r>
                      <a:endParaRPr lang="en-US" altLang="ko-KR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>
                          <a:latin typeface="맑은 고딕"/>
                        </a:rPr>
                        <a:t>20%</a:t>
                      </a:r>
                      <a:endParaRPr lang="en-US" altLang="ko-KR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36520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전투 스테이지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스테이지 별 몬스터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endParaRPr lang="en-US" altLang="ko-KR" sz="16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장애물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스테이지별 몬스터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>
                          <a:latin typeface="맑은 고딕"/>
                        </a:rPr>
                        <a:t>50%</a:t>
                      </a:r>
                      <a:endParaRPr lang="en-US" altLang="ko-KR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38745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보스 스테이지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하나의 거대한 보스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endParaRPr lang="en-US" altLang="ko-KR" sz="16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패턴에 따라 변하는 지형지물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endParaRPr lang="en-US" altLang="ko-KR" sz="16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특수 피해를 입힐 수 있는 특수 오브젝트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하나의 거대한 보스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>
                          <a:latin typeface="맑은 고딕"/>
                        </a:rPr>
                        <a:t>33%</a:t>
                      </a:r>
                      <a:endParaRPr lang="en-US" altLang="ko-KR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347398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엔딩 스테이지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보스 잡기 전엔 입장 불가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endParaRPr lang="en-US" altLang="ko-KR" sz="16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소원의 돌 획득시 게임 종료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보스 잡기 전엔 입장 불가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endParaRPr lang="en-US" altLang="ko-KR" sz="16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맵 배경에 소원의 돌이 있고</a:t>
                      </a:r>
                      <a:endParaRPr lang="ko-KR" altLang="en-US" sz="16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우측 끝으로 가면 타이틀 모드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>
                          <a:latin typeface="맑은 고딕"/>
                        </a:rPr>
                        <a:t>70%</a:t>
                      </a:r>
                      <a:endParaRPr lang="en-US" altLang="ko-KR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38300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스텟 시스템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체력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힘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지구력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민첩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운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endParaRPr lang="en-US" altLang="ko-KR" sz="16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경험치를 통한 레벨업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체력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공격력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방어력 구현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>
                          <a:latin typeface="맑은 고딕"/>
                        </a:rPr>
                        <a:t>30%</a:t>
                      </a:r>
                      <a:endParaRPr lang="en-US" altLang="ko-KR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396358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장비 시스템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머리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몸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무기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실제 착용하는 것은 아니지만 머리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몸 방어구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무기를 구매해 스텟 강화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>
                          <a:latin typeface="맑은 고딕"/>
                        </a:rPr>
                        <a:t>70%</a:t>
                      </a:r>
                      <a:endParaRPr lang="en-US" altLang="ko-KR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36520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몬스터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3</a:t>
                      </a:r>
                      <a:r>
                        <a:rPr lang="ko-KR" altLang="en-US" sz="1600">
                          <a:latin typeface="맑은 고딕"/>
                        </a:rPr>
                        <a:t>종류 이상의 다양한 몬스터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슬라임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버섯 </a:t>
                      </a:r>
                      <a:r>
                        <a:rPr lang="en-US" altLang="ko-KR" sz="1600">
                          <a:latin typeface="맑은 고딕"/>
                        </a:rPr>
                        <a:t>2</a:t>
                      </a:r>
                      <a:r>
                        <a:rPr lang="ko-KR" altLang="en-US" sz="1600">
                          <a:latin typeface="맑은 고딕"/>
                        </a:rPr>
                        <a:t>가지 종류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 </a:t>
                      </a:r>
                      <a:r>
                        <a:rPr lang="en-US" altLang="ko-KR">
                          <a:latin typeface="맑은 고딕"/>
                        </a:rPr>
                        <a:t>60%</a:t>
                      </a:r>
                      <a:endParaRPr lang="en-US" altLang="ko-KR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45867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>
                          <a:latin typeface="맑은 고딕"/>
                        </a:rPr>
                        <a:t>이동 시스템</a:t>
                      </a:r>
                      <a:endParaRPr lang="ko-KR" altLang="en-US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좌우 이동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점프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600">
                          <a:latin typeface="맑은 고딕"/>
                        </a:rPr>
                        <a:t>좌우 이동</a:t>
                      </a:r>
                      <a:r>
                        <a:rPr lang="en-US" altLang="ko-KR" sz="1600">
                          <a:latin typeface="맑은 고딕"/>
                        </a:rPr>
                        <a:t>,</a:t>
                      </a:r>
                      <a:r>
                        <a:rPr lang="ko-KR" altLang="en-US" sz="1600">
                          <a:latin typeface="맑은 고딕"/>
                        </a:rPr>
                        <a:t> 점프 구현했으나 움직임이 불편함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>
                          <a:latin typeface="맑은 고딕"/>
                        </a:rPr>
                        <a:t>80%</a:t>
                      </a:r>
                      <a:endParaRPr lang="en-US" altLang="ko-KR">
                        <a:latin typeface="맑은 고딕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02305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469" y="1624590"/>
            <a:ext cx="7855960" cy="3673801"/>
          </a:xfrm>
          <a:prstGeom prst="rect">
            <a:avLst/>
          </a:prstGeom>
        </p:spPr>
      </p:pic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7969545" y="624139"/>
          <a:ext cx="4043116" cy="60495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025071"/>
                <a:gridCol w="2018045"/>
              </a:tblGrid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커밋 수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2025/10/12~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2025/10/19~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0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2025/10/26~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4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2025/11/02~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2025/11/09~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47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2025/11/16~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25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2025/11/23~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9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2025/11/30~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52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0495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2025/12/07~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13</a:t>
                      </a: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24041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단순 원형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</ep:Words>
  <ep:PresentationFormat>와이드스크린</ep:PresentationFormat>
  <ep:Paragraphs>3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단순 원형</vt:lpstr>
      <vt:lpstr>ToTheTop 최종 발표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2022-06-30T04:25:42.000</dcterms:created>
  <dc:creator>(주)한글과컴퓨터</dc:creator>
  <cp:lastModifiedBy>Partenz</cp:lastModifiedBy>
  <dcterms:modified xsi:type="dcterms:W3CDTF">2025-12-09T15:17:09.526</dcterms:modified>
  <cp:revision>157</cp:revision>
  <dc:title>단순 원형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